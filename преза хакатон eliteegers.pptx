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4" d="100"/>
          <a:sy n="44" d="100"/>
        </p:scale>
        <p:origin x="31" y="7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CBEC-96B6-468F-A53C-2B1E378F40CA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2E559-DAAC-490E-9C9E-67D0B92CB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18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CBEC-96B6-468F-A53C-2B1E378F40CA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2E559-DAAC-490E-9C9E-67D0B92CB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46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CBEC-96B6-468F-A53C-2B1E378F40CA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2E559-DAAC-490E-9C9E-67D0B92CB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742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CBEC-96B6-468F-A53C-2B1E378F40CA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2E559-DAAC-490E-9C9E-67D0B92CB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638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CBEC-96B6-468F-A53C-2B1E378F40CA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2E559-DAAC-490E-9C9E-67D0B92CB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52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CBEC-96B6-468F-A53C-2B1E378F40CA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2E559-DAAC-490E-9C9E-67D0B92CB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675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CBEC-96B6-468F-A53C-2B1E378F40CA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2E559-DAAC-490E-9C9E-67D0B92CB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11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CBEC-96B6-468F-A53C-2B1E378F40CA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2E559-DAAC-490E-9C9E-67D0B92CB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842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CBEC-96B6-468F-A53C-2B1E378F40CA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2E559-DAAC-490E-9C9E-67D0B92CB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10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CBEC-96B6-468F-A53C-2B1E378F40CA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2E559-DAAC-490E-9C9E-67D0B92CB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13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CBEC-96B6-468F-A53C-2B1E378F40CA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2E559-DAAC-490E-9C9E-67D0B92CB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653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BCBEC-96B6-468F-A53C-2B1E378F40CA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2E559-DAAC-490E-9C9E-67D0B92CB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186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292192" y="3164828"/>
            <a:ext cx="7722742" cy="238760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Решение кейса№1 </a:t>
            </a:r>
            <a:br>
              <a:rPr lang="ru-RU" b="1" dirty="0" smtClean="0">
                <a:solidFill>
                  <a:schemeClr val="bg1"/>
                </a:solidFill>
              </a:rPr>
            </a:br>
            <a:r>
              <a:rPr lang="ru-RU" b="1" dirty="0" smtClean="0">
                <a:solidFill>
                  <a:schemeClr val="bg1"/>
                </a:solidFill>
              </a:rPr>
              <a:t>Создание чат-бота в </a:t>
            </a:r>
            <a:r>
              <a:rPr lang="en-US" b="1" dirty="0" smtClean="0">
                <a:solidFill>
                  <a:schemeClr val="bg1"/>
                </a:solidFill>
              </a:rPr>
              <a:t>Telegram</a:t>
            </a:r>
            <a:r>
              <a:rPr lang="ru-RU" b="1" dirty="0" smtClean="0">
                <a:solidFill>
                  <a:schemeClr val="bg1"/>
                </a:solidFill>
              </a:rPr>
              <a:t/>
            </a:r>
            <a:br>
              <a:rPr lang="ru-RU" b="1" dirty="0" smtClean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 Генератор контента для НКО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002821" y="5552428"/>
            <a:ext cx="9144000" cy="1655762"/>
          </a:xfrm>
        </p:spPr>
        <p:txBody>
          <a:bodyPr>
            <a:normAutofit/>
          </a:bodyPr>
          <a:lstStyle/>
          <a:p>
            <a:r>
              <a:rPr lang="ru-RU" sz="3600" b="1" u="sng" dirty="0" smtClean="0">
                <a:solidFill>
                  <a:schemeClr val="bg1"/>
                </a:solidFill>
              </a:rPr>
              <a:t>Команда </a:t>
            </a:r>
            <a:r>
              <a:rPr lang="en-US" sz="3600" b="1" u="sng" dirty="0" err="1" smtClean="0">
                <a:solidFill>
                  <a:schemeClr val="bg1"/>
                </a:solidFill>
              </a:rPr>
              <a:t>Eliteegers</a:t>
            </a:r>
            <a:endParaRPr lang="ru-RU" sz="36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926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204841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778882"/>
            <a:ext cx="10515600" cy="1325563"/>
          </a:xfrm>
        </p:spPr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</a:rPr>
              <a:t>Что это?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81000" y="1761035"/>
            <a:ext cx="1171401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Telegram-</a:t>
            </a:r>
            <a:r>
              <a:rPr lang="ru-RU" sz="3200" dirty="0" smtClean="0">
                <a:solidFill>
                  <a:schemeClr val="bg1"/>
                </a:solidFill>
              </a:rPr>
              <a:t>бот для НКО: генерирует посты , картинки, контент-планы – без копирайтера и дизайнера</a:t>
            </a:r>
          </a:p>
          <a:p>
            <a:r>
              <a:rPr lang="ru-RU" sz="3200" dirty="0" smtClean="0">
                <a:solidFill>
                  <a:schemeClr val="bg1"/>
                </a:solidFill>
              </a:rPr>
              <a:t>✅ готов за 2 минуты</a:t>
            </a:r>
          </a:p>
          <a:p>
            <a:r>
              <a:rPr lang="ru-RU" sz="3200" dirty="0" smtClean="0">
                <a:solidFill>
                  <a:schemeClr val="bg1"/>
                </a:solidFill>
              </a:rPr>
              <a:t>✅ возможно интегрирование в чаты или группы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l="10908" t="63693" r="54066" b="12020"/>
          <a:stretch/>
        </p:blipFill>
        <p:spPr>
          <a:xfrm>
            <a:off x="688110" y="4138785"/>
            <a:ext cx="6405418" cy="249843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599" y="4138785"/>
            <a:ext cx="2502159" cy="25021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1646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9192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</a:rPr>
              <a:t>Основные функции и архитектура бота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38200" y="1690688"/>
            <a:ext cx="1083634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 smtClean="0">
                <a:solidFill>
                  <a:schemeClr val="bg1"/>
                </a:solidFill>
              </a:rPr>
              <a:t>Генерация текстов (свободная идея / структурированная форма)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 smtClean="0">
                <a:solidFill>
                  <a:schemeClr val="bg1"/>
                </a:solidFill>
              </a:rPr>
              <a:t>Генерация изображений по описанию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 smtClean="0">
                <a:solidFill>
                  <a:schemeClr val="bg1"/>
                </a:solidFill>
              </a:rPr>
              <a:t>Редактор теста с рекомендациями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 smtClean="0">
                <a:solidFill>
                  <a:schemeClr val="bg1"/>
                </a:solidFill>
              </a:rPr>
              <a:t>Автоматический контент-план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 smtClean="0">
                <a:solidFill>
                  <a:schemeClr val="bg1"/>
                </a:solidFill>
              </a:rPr>
              <a:t>Профиль НКО: запоминает стиль, название, миссию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948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7656"/>
            <a:ext cx="12192000" cy="7015655"/>
          </a:xfr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/>
          <a:srcRect l="10757" t="64344" r="34072" b="6026"/>
          <a:stretch/>
        </p:blipFill>
        <p:spPr>
          <a:xfrm>
            <a:off x="5747396" y="1832578"/>
            <a:ext cx="5799562" cy="221916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/>
          <a:srcRect l="10757" t="16936" r="52879" b="35656"/>
          <a:stretch/>
        </p:blipFill>
        <p:spPr>
          <a:xfrm>
            <a:off x="297782" y="1832578"/>
            <a:ext cx="5151832" cy="377801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l="10719" t="61876" r="53718" b="30684"/>
          <a:stretch/>
        </p:blipFill>
        <p:spPr>
          <a:xfrm>
            <a:off x="5747397" y="4757519"/>
            <a:ext cx="5799562" cy="69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866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4691" y="0"/>
            <a:ext cx="12192000" cy="6859192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7579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UX/UI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64780" y="1042215"/>
            <a:ext cx="861060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>
                <a:solidFill>
                  <a:schemeClr val="bg1"/>
                </a:solidFill>
              </a:rPr>
              <a:t>Что сделали для удобства?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Интуитивное главное меню с иконками и понятными названиями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Пошаговая инструкция</a:t>
            </a:r>
            <a:endParaRPr lang="ru-RU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Кнопки вместо ввода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Гибкость: можно пропустить настройку НКО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3600" dirty="0" smtClean="0">
                <a:solidFill>
                  <a:schemeClr val="bg1"/>
                </a:solidFill>
              </a:rPr>
              <a:t>Визуальная логика: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Все действия – через кнопки -</a:t>
            </a:r>
            <a:r>
              <a:rPr lang="en-US" sz="2800" dirty="0" smtClean="0">
                <a:solidFill>
                  <a:schemeClr val="bg1"/>
                </a:solidFill>
              </a:rPr>
              <a:t>&gt; </a:t>
            </a:r>
            <a:r>
              <a:rPr lang="ru-RU" sz="2800" dirty="0" smtClean="0">
                <a:solidFill>
                  <a:schemeClr val="bg1"/>
                </a:solidFill>
              </a:rPr>
              <a:t>минимизация ошибок при вводе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После каждого действия – возврат в главное меню -</a:t>
            </a:r>
            <a:r>
              <a:rPr lang="en-US" sz="2800" dirty="0" smtClean="0">
                <a:solidFill>
                  <a:schemeClr val="bg1"/>
                </a:solidFill>
              </a:rPr>
              <a:t>&gt; </a:t>
            </a:r>
            <a:r>
              <a:rPr lang="ru-RU" sz="2800" dirty="0" smtClean="0">
                <a:solidFill>
                  <a:schemeClr val="bg1"/>
                </a:solidFill>
              </a:rPr>
              <a:t>пользователь не теряется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Чёткая структура </a:t>
            </a:r>
            <a:r>
              <a:rPr lang="en-US" sz="2800" dirty="0" smtClean="0">
                <a:solidFill>
                  <a:schemeClr val="bg1"/>
                </a:solidFill>
              </a:rPr>
              <a:t>FSM</a:t>
            </a:r>
            <a:r>
              <a:rPr lang="ru-RU" sz="2800" dirty="0" smtClean="0">
                <a:solidFill>
                  <a:schemeClr val="bg1"/>
                </a:solidFill>
              </a:rPr>
              <a:t>: одно действие – один шаг</a:t>
            </a:r>
          </a:p>
        </p:txBody>
      </p:sp>
    </p:spTree>
    <p:extLst>
      <p:ext uri="{BB962C8B-B14F-4D97-AF65-F5344CB8AC3E}">
        <p14:creationId xmlns:p14="http://schemas.microsoft.com/office/powerpoint/2010/main" val="3391488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33777"/>
            <a:ext cx="10515600" cy="1325563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Технология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859340"/>
            <a:ext cx="5556073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bg1"/>
                </a:solidFill>
              </a:rPr>
              <a:t>Aiogram</a:t>
            </a:r>
            <a:r>
              <a:rPr lang="en-US" sz="2800" dirty="0" smtClean="0">
                <a:solidFill>
                  <a:schemeClr val="bg1"/>
                </a:solidFill>
              </a:rPr>
              <a:t> (Telegram-</a:t>
            </a:r>
            <a:r>
              <a:rPr lang="ru-RU" sz="2800" dirty="0" smtClean="0">
                <a:solidFill>
                  <a:schemeClr val="bg1"/>
                </a:solidFill>
              </a:rPr>
              <a:t>бот</a:t>
            </a:r>
            <a:r>
              <a:rPr lang="en-US" sz="2800" dirty="0" smtClean="0">
                <a:solidFill>
                  <a:schemeClr val="bg1"/>
                </a:solidFill>
              </a:rPr>
              <a:t>)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bg1"/>
                </a:solidFill>
              </a:rPr>
              <a:t>GigaChat</a:t>
            </a:r>
            <a:r>
              <a:rPr lang="en-US" sz="2800" dirty="0" smtClean="0">
                <a:solidFill>
                  <a:schemeClr val="bg1"/>
                </a:solidFill>
              </a:rPr>
              <a:t> (</a:t>
            </a:r>
            <a:r>
              <a:rPr lang="ru-RU" sz="2800" dirty="0" smtClean="0">
                <a:solidFill>
                  <a:schemeClr val="bg1"/>
                </a:solidFill>
              </a:rPr>
              <a:t>генерация текста</a:t>
            </a:r>
            <a:r>
              <a:rPr lang="en-US" sz="2800" dirty="0" smtClean="0">
                <a:solidFill>
                  <a:schemeClr val="bg1"/>
                </a:solidFill>
              </a:rPr>
              <a:t>)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bg1"/>
                </a:solidFill>
              </a:rPr>
              <a:t>FusionBrain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(</a:t>
            </a:r>
            <a:r>
              <a:rPr lang="ru-RU" sz="2800" dirty="0" smtClean="0">
                <a:solidFill>
                  <a:schemeClr val="bg1"/>
                </a:solidFill>
              </a:rPr>
              <a:t>генерация картинок</a:t>
            </a:r>
            <a:r>
              <a:rPr lang="en-US" sz="2800" dirty="0" smtClean="0">
                <a:solidFill>
                  <a:schemeClr val="bg1"/>
                </a:solidFill>
              </a:rPr>
              <a:t>)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Хостинг: бесплатно</a:t>
            </a:r>
            <a:endParaRPr lang="ru-RU" sz="2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38200" y="3804672"/>
            <a:ext cx="5044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</a:rPr>
              <a:t>Стабильность и скорость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8200" y="4731171"/>
            <a:ext cx="1096587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Асинхронная работа -</a:t>
            </a:r>
            <a:r>
              <a:rPr lang="en-US" sz="2800" dirty="0" smtClean="0">
                <a:solidFill>
                  <a:schemeClr val="bg1"/>
                </a:solidFill>
              </a:rPr>
              <a:t>&gt;</a:t>
            </a:r>
            <a:r>
              <a:rPr lang="ru-RU" sz="2800" dirty="0" smtClean="0">
                <a:solidFill>
                  <a:schemeClr val="bg1"/>
                </a:solidFill>
              </a:rPr>
              <a:t> бот не зависает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Оборачивание синхронных ИИ-вызовов в </a:t>
            </a:r>
            <a:r>
              <a:rPr lang="en-US" sz="2800" dirty="0" err="1" smtClean="0">
                <a:solidFill>
                  <a:schemeClr val="bg1"/>
                </a:solidFill>
              </a:rPr>
              <a:t>asyncio.to_thread</a:t>
            </a:r>
            <a:r>
              <a:rPr lang="en-US" sz="2800" dirty="0" smtClean="0">
                <a:solidFill>
                  <a:schemeClr val="bg1"/>
                </a:solidFill>
              </a:rPr>
              <a:t> -&gt;</a:t>
            </a:r>
            <a:r>
              <a:rPr lang="ru-RU" sz="2800" dirty="0" smtClean="0">
                <a:solidFill>
                  <a:schemeClr val="bg1"/>
                </a:solidFill>
              </a:rPr>
              <a:t>не блокируется основной поток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Простая архитектура -</a:t>
            </a:r>
            <a:r>
              <a:rPr lang="en-US" sz="2800" dirty="0" smtClean="0">
                <a:solidFill>
                  <a:schemeClr val="bg1"/>
                </a:solidFill>
              </a:rPr>
              <a:t>&gt;</a:t>
            </a:r>
            <a:r>
              <a:rPr lang="ru-RU" sz="2800" dirty="0" smtClean="0">
                <a:solidFill>
                  <a:schemeClr val="bg1"/>
                </a:solidFill>
              </a:rPr>
              <a:t> мало точек отказа</a:t>
            </a:r>
          </a:p>
        </p:txBody>
      </p:sp>
    </p:spTree>
    <p:extLst>
      <p:ext uri="{BB962C8B-B14F-4D97-AF65-F5344CB8AC3E}">
        <p14:creationId xmlns:p14="http://schemas.microsoft.com/office/powerpoint/2010/main" val="576107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9192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</a:rPr>
              <a:t>Дополнительные функции и креатив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690688"/>
            <a:ext cx="409401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</a:rPr>
              <a:t>Сверх ТЗ: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bg1"/>
                </a:solidFill>
              </a:rPr>
              <a:t>Адаптивный стиль общения: бот учитывает «тон общения» НКО -</a:t>
            </a:r>
            <a:r>
              <a:rPr lang="en-US" sz="2400" dirty="0" smtClean="0">
                <a:solidFill>
                  <a:schemeClr val="bg1"/>
                </a:solidFill>
              </a:rPr>
              <a:t>&gt; </a:t>
            </a:r>
            <a:r>
              <a:rPr lang="ru-RU" sz="2400" dirty="0" smtClean="0">
                <a:solidFill>
                  <a:schemeClr val="bg1"/>
                </a:solidFill>
              </a:rPr>
              <a:t>контент всегда в тренде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bg1"/>
                </a:solidFill>
              </a:rPr>
              <a:t>Структурированный ввод для мероприятий -</a:t>
            </a:r>
            <a:r>
              <a:rPr lang="en-US" sz="2400" dirty="0" smtClean="0">
                <a:solidFill>
                  <a:schemeClr val="bg1"/>
                </a:solidFill>
              </a:rPr>
              <a:t>&gt; 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ru-RU" sz="2400" dirty="0" smtClean="0">
                <a:solidFill>
                  <a:schemeClr val="bg1"/>
                </a:solidFill>
              </a:rPr>
              <a:t>адаптация под анонсы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bg1"/>
                </a:solidFill>
              </a:rPr>
              <a:t>Готовый контент-план -</a:t>
            </a:r>
            <a:r>
              <a:rPr lang="en-US" sz="2400" dirty="0" smtClean="0">
                <a:solidFill>
                  <a:schemeClr val="bg1"/>
                </a:solidFill>
              </a:rPr>
              <a:t>&gt;</a:t>
            </a:r>
            <a:r>
              <a:rPr lang="ru-RU" sz="2400" dirty="0" smtClean="0">
                <a:solidFill>
                  <a:schemeClr val="bg1"/>
                </a:solidFill>
              </a:rPr>
              <a:t> решает проблему «о чём писать?»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10833" t="23266" r="51743" b="30135"/>
          <a:stretch/>
        </p:blipFill>
        <p:spPr>
          <a:xfrm>
            <a:off x="4932218" y="1593273"/>
            <a:ext cx="6844145" cy="479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922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33777"/>
            <a:ext cx="10515600" cy="1325563"/>
          </a:xfrm>
        </p:spPr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</a:rPr>
              <a:t>План развития</a:t>
            </a:r>
            <a:r>
              <a:rPr lang="ru-RU" b="1" dirty="0">
                <a:solidFill>
                  <a:schemeClr val="bg1"/>
                </a:solidFill>
              </a:rPr>
              <a:t>:</a:t>
            </a:r>
            <a:r>
              <a:rPr lang="ru-RU" b="1" dirty="0" smtClean="0">
                <a:solidFill>
                  <a:schemeClr val="bg1"/>
                </a:solidFill>
              </a:rPr>
              <a:t> 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859340"/>
            <a:ext cx="10981724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Полная интеграция генерации изображений (сейчас заглушка)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Сохранения данных в базе данных</a:t>
            </a:r>
            <a:r>
              <a:rPr lang="ru-RU" sz="2800" dirty="0" smtClean="0"/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(вместо сохранения в памяти)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Поддержка истории запросов и повторного использования контента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Экспорт контент-плана в </a:t>
            </a:r>
            <a:r>
              <a:rPr lang="en-US" sz="2800" dirty="0" smtClean="0">
                <a:solidFill>
                  <a:schemeClr val="bg1"/>
                </a:solidFill>
              </a:rPr>
              <a:t>PDF/Google Calendar</a:t>
            </a:r>
            <a:endParaRPr lang="ru-RU" sz="2800" dirty="0" smtClean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38200" y="3804672"/>
            <a:ext cx="35751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chemeClr val="bg1"/>
                </a:solidFill>
              </a:rPr>
              <a:t>Как доработаем: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8200" y="4580453"/>
            <a:ext cx="1096587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Подключим реальный </a:t>
            </a:r>
            <a:r>
              <a:rPr lang="en-US" sz="2800" dirty="0" err="1" smtClean="0">
                <a:solidFill>
                  <a:schemeClr val="bg1"/>
                </a:solidFill>
              </a:rPr>
              <a:t>FusionBrain</a:t>
            </a:r>
            <a:r>
              <a:rPr lang="en-US" sz="2800" dirty="0" smtClean="0">
                <a:solidFill>
                  <a:schemeClr val="bg1"/>
                </a:solidFill>
              </a:rPr>
              <a:t> API -&gt; </a:t>
            </a:r>
            <a:r>
              <a:rPr lang="ru-RU" sz="2800" dirty="0" smtClean="0">
                <a:solidFill>
                  <a:schemeClr val="bg1"/>
                </a:solidFill>
              </a:rPr>
              <a:t>отправка фото через </a:t>
            </a:r>
            <a:r>
              <a:rPr lang="en-US" sz="2800" dirty="0" err="1" smtClean="0">
                <a:solidFill>
                  <a:schemeClr val="bg1"/>
                </a:solidFill>
              </a:rPr>
              <a:t>answer_photo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Добавим </a:t>
            </a:r>
            <a:r>
              <a:rPr lang="en-US" sz="2800" dirty="0" smtClean="0">
                <a:solidFill>
                  <a:schemeClr val="bg1"/>
                </a:solidFill>
              </a:rPr>
              <a:t>Docker + PostgreSQL -&gt; </a:t>
            </a:r>
            <a:r>
              <a:rPr lang="ru-RU" sz="2800" dirty="0" smtClean="0">
                <a:solidFill>
                  <a:schemeClr val="bg1"/>
                </a:solidFill>
              </a:rPr>
              <a:t>масштабируемость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Реализуем </a:t>
            </a:r>
            <a:r>
              <a:rPr lang="ru-RU" sz="2800" dirty="0" err="1" smtClean="0">
                <a:solidFill>
                  <a:schemeClr val="bg1"/>
                </a:solidFill>
              </a:rPr>
              <a:t>админку</a:t>
            </a:r>
            <a:r>
              <a:rPr lang="ru-RU" sz="2800" dirty="0" smtClean="0">
                <a:solidFill>
                  <a:schemeClr val="bg1"/>
                </a:solidFill>
              </a:rPr>
              <a:t> для НКО: просмотр всех сгенерированных постов</a:t>
            </a:r>
          </a:p>
        </p:txBody>
      </p:sp>
    </p:spTree>
    <p:extLst>
      <p:ext uri="{BB962C8B-B14F-4D97-AF65-F5344CB8AC3E}">
        <p14:creationId xmlns:p14="http://schemas.microsoft.com/office/powerpoint/2010/main" val="2019604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990977"/>
            <a:ext cx="10515600" cy="1325563"/>
          </a:xfrm>
        </p:spPr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</a:rPr>
              <a:t>Состав команды: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2464061"/>
            <a:ext cx="6577634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err="1" smtClean="0">
                <a:solidFill>
                  <a:schemeClr val="bg1"/>
                </a:solidFill>
              </a:rPr>
              <a:t>Багинян</a:t>
            </a:r>
            <a:r>
              <a:rPr lang="ru-RU" sz="3200" dirty="0" smtClean="0">
                <a:solidFill>
                  <a:schemeClr val="bg1"/>
                </a:solidFill>
              </a:rPr>
              <a:t> Артур </a:t>
            </a:r>
            <a:r>
              <a:rPr lang="ru-RU" sz="3200" dirty="0" err="1" smtClean="0">
                <a:solidFill>
                  <a:schemeClr val="bg1"/>
                </a:solidFill>
              </a:rPr>
              <a:t>Варданович</a:t>
            </a:r>
            <a:endParaRPr lang="ru-RU" sz="3200" dirty="0" smtClean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</a:rPr>
              <a:t>Гущин Илья Антонович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err="1" smtClean="0">
                <a:solidFill>
                  <a:schemeClr val="bg1"/>
                </a:solidFill>
              </a:rPr>
              <a:t>Лапшова</a:t>
            </a:r>
            <a:r>
              <a:rPr lang="ru-RU" sz="3200" dirty="0" smtClean="0">
                <a:solidFill>
                  <a:schemeClr val="bg1"/>
                </a:solidFill>
              </a:rPr>
              <a:t> </a:t>
            </a:r>
            <a:r>
              <a:rPr lang="ru-RU" sz="3200" dirty="0" err="1" smtClean="0">
                <a:solidFill>
                  <a:schemeClr val="bg1"/>
                </a:solidFill>
              </a:rPr>
              <a:t>Евангелина</a:t>
            </a:r>
            <a:r>
              <a:rPr lang="ru-RU" sz="3200" dirty="0" smtClean="0">
                <a:solidFill>
                  <a:schemeClr val="bg1"/>
                </a:solidFill>
              </a:rPr>
              <a:t> Дмитриевна</a:t>
            </a:r>
            <a:endParaRPr lang="ru-RU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</a:rPr>
              <a:t>Николаев Егор Владимирович</a:t>
            </a:r>
            <a:endParaRPr lang="ru-RU" sz="32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302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297</Words>
  <Application>Microsoft Office PowerPoint</Application>
  <PresentationFormat>Широкоэкранный</PresentationFormat>
  <Paragraphs>51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Решение кейса№1  Создание чат-бота в Telegram  Генератор контента для НКО</vt:lpstr>
      <vt:lpstr>Что это?</vt:lpstr>
      <vt:lpstr>Основные функции и архитектура бота</vt:lpstr>
      <vt:lpstr>Презентация PowerPoint</vt:lpstr>
      <vt:lpstr>UX/UI</vt:lpstr>
      <vt:lpstr>Технология </vt:lpstr>
      <vt:lpstr>Дополнительные функции и креатив</vt:lpstr>
      <vt:lpstr>План развития: </vt:lpstr>
      <vt:lpstr>Состав команды: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Решение кейса№1  Создание чат-бота в Telegram  Генератор контента для НКО</dc:title>
  <dc:creator>user</dc:creator>
  <cp:lastModifiedBy>user</cp:lastModifiedBy>
  <cp:revision>7</cp:revision>
  <dcterms:created xsi:type="dcterms:W3CDTF">2025-11-16T10:38:51Z</dcterms:created>
  <dcterms:modified xsi:type="dcterms:W3CDTF">2025-11-16T14:40:37Z</dcterms:modified>
</cp:coreProperties>
</file>